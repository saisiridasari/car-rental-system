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embeddedFontLst>
    <p:embeddedFont>
      <p:font typeface="Robo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jABFmlZ5LKCCIqyTrKlvJgwxN5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048d6e377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d048d6e377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d048d6e377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419eded25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d419eded25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419eded25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d419eded25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419eded25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d419eded25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419eded25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d419eded25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419eded25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d419eded25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419eded25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d419eded25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d419eded25_0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d419eded25_0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d419eded25_0_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d419eded25_0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d419eded25_0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419eded25_0_1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d419eded25_0_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Relationship Id="rId4" Type="http://schemas.openxmlformats.org/officeDocument/2006/relationships/hyperlink" Target="https://github.com/saisiridasari/Car-Rental-System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atsApp Image 2024-08-23 at 15.43.17"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" name="Google Shape;89;p1"/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</p:grpSpPr>
        <p:sp>
          <p:nvSpPr>
            <p:cNvPr id="90" name="Google Shape;90;p1"/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1"/>
          <p:cNvSpPr txBox="1"/>
          <p:nvPr/>
        </p:nvSpPr>
        <p:spPr>
          <a:xfrm>
            <a:off x="690225" y="1417550"/>
            <a:ext cx="9466200" cy="51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Assistant Coding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Instructor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Sallauddin Mohammed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Title 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Car Rental System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Details</a:t>
            </a: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D. Sai Siri Reddy (2303A5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1236)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atsApp Image 2024-08-23 at 15.43.17" id="97" name="Google Shape;9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" name="Google Shape;98;p2"/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</p:grpSpPr>
        <p:sp>
          <p:nvSpPr>
            <p:cNvPr id="99" name="Google Shape;99;p2"/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" name="Google Shape;101;p2"/>
          <p:cNvSpPr txBox="1"/>
          <p:nvPr/>
        </p:nvSpPr>
        <p:spPr>
          <a:xfrm>
            <a:off x="963995" y="1212334"/>
            <a:ext cx="7325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</a:t>
            </a: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964000" y="2218775"/>
            <a:ext cx="7141800" cy="3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The Car Rental System is a full-stack web application that allows users to: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Browse available cars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Book cars with drivers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View booking history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The system also includes an </a:t>
            </a:r>
            <a:r>
              <a:rPr b="1" lang="en-US" sz="1600">
                <a:solidFill>
                  <a:schemeClr val="dk1"/>
                </a:solidFill>
              </a:rPr>
              <a:t>Admin Panel</a:t>
            </a:r>
            <a:r>
              <a:rPr lang="en-US" sz="1600">
                <a:solidFill>
                  <a:schemeClr val="dk1"/>
                </a:solidFill>
              </a:rPr>
              <a:t> to manage: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Cars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Drivers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Bookings</a:t>
            </a:r>
            <a:endParaRPr sz="16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atsApp Image 2024-08-23 at 15.43.17"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3"/>
          <p:cNvGrpSpPr/>
          <p:nvPr/>
        </p:nvGrpSpPr>
        <p:grpSpPr>
          <a:xfrm>
            <a:off x="2336800" y="134364"/>
            <a:ext cx="9745290" cy="677400"/>
            <a:chOff x="2336800" y="134364"/>
            <a:chExt cx="9745290" cy="677400"/>
          </a:xfrm>
        </p:grpSpPr>
        <p:sp>
          <p:nvSpPr>
            <p:cNvPr id="109" name="Google Shape;109;p3"/>
            <p:cNvSpPr txBox="1"/>
            <p:nvPr/>
          </p:nvSpPr>
          <p:spPr>
            <a:xfrm>
              <a:off x="2336800" y="134364"/>
              <a:ext cx="9745200" cy="6774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3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3"/>
          <p:cNvSpPr txBox="1"/>
          <p:nvPr/>
        </p:nvSpPr>
        <p:spPr>
          <a:xfrm>
            <a:off x="928015" y="1261559"/>
            <a:ext cx="755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:</a:t>
            </a:r>
            <a:endParaRPr b="1"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928025" y="2041750"/>
            <a:ext cx="65769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Build a full-stack application using MERN stack</a:t>
            </a:r>
            <a:endParaRPr sz="16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600">
                <a:solidFill>
                  <a:schemeClr val="dk1"/>
                </a:solidFill>
              </a:rPr>
              <a:t>Provide seamless car booking experience</a:t>
            </a:r>
            <a:endParaRPr sz="16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600">
                <a:solidFill>
                  <a:schemeClr val="dk1"/>
                </a:solidFill>
              </a:rPr>
              <a:t>Implement authentication using JWT</a:t>
            </a:r>
            <a:endParaRPr sz="16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600">
                <a:solidFill>
                  <a:schemeClr val="dk1"/>
                </a:solidFill>
              </a:rPr>
              <a:t>Manage resources (cars, drivers) efficiently</a:t>
            </a:r>
            <a:endParaRPr sz="16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600">
                <a:solidFill>
                  <a:schemeClr val="dk1"/>
                </a:solidFill>
              </a:rPr>
              <a:t>Apply AI-assisted development for faster coding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atsApp Image 2024-08-23 at 15.43.17" id="117" name="Google Shape;11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" name="Google Shape;118;p5"/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</p:grpSpPr>
        <p:sp>
          <p:nvSpPr>
            <p:cNvPr id="119" name="Google Shape;119;p5"/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5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5"/>
          <p:cNvSpPr txBox="1"/>
          <p:nvPr/>
        </p:nvSpPr>
        <p:spPr>
          <a:xfrm>
            <a:off x="838199" y="1046500"/>
            <a:ext cx="7747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Stakeholders</a:t>
            </a: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5"/>
          <p:cNvSpPr txBox="1"/>
          <p:nvPr>
            <p:ph idx="1" type="body"/>
          </p:nvPr>
        </p:nvSpPr>
        <p:spPr>
          <a:xfrm>
            <a:off x="838200" y="1866200"/>
            <a:ext cx="6934200" cy="219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Users: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Book cars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Admin: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Manage cars, drivers, bookings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Developers: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Maintain system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Business Owner: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Revenue from bookings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atsApp Image 2024-08-23 at 15.43.17" id="128" name="Google Shape;1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" name="Google Shape;129;p4"/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</p:grpSpPr>
        <p:sp>
          <p:nvSpPr>
            <p:cNvPr id="130" name="Google Shape;130;p4"/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4"/>
          <p:cNvSpPr txBox="1"/>
          <p:nvPr/>
        </p:nvSpPr>
        <p:spPr>
          <a:xfrm>
            <a:off x="936900" y="1185288"/>
            <a:ext cx="9745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 Used :</a:t>
            </a:r>
            <a:endParaRPr b="1"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936900" y="1961900"/>
            <a:ext cx="8264100" cy="46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Frontend: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React.js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CSS (inline styling)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Backend: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Node.js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Express.js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Database: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MongoDB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Tools: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GitHub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VS Code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Authentication: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JWT (JSON Web Token) 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atsApp Image 2024-08-23 at 15.43.17" id="139" name="Google Shape;139;g3d048d6e377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g3d048d6e377_0_4"/>
          <p:cNvGrpSpPr/>
          <p:nvPr/>
        </p:nvGrpSpPr>
        <p:grpSpPr>
          <a:xfrm>
            <a:off x="2336800" y="134364"/>
            <a:ext cx="9745330" cy="538867"/>
            <a:chOff x="2336800" y="134364"/>
            <a:chExt cx="9745330" cy="538867"/>
          </a:xfrm>
        </p:grpSpPr>
        <p:sp>
          <p:nvSpPr>
            <p:cNvPr id="141" name="Google Shape;141;g3d048d6e377_0_4"/>
            <p:cNvSpPr txBox="1"/>
            <p:nvPr/>
          </p:nvSpPr>
          <p:spPr>
            <a:xfrm>
              <a:off x="2336800" y="134364"/>
              <a:ext cx="9745200" cy="4617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g3d048d6e377_0_4"/>
            <p:cNvSpPr txBox="1"/>
            <p:nvPr/>
          </p:nvSpPr>
          <p:spPr>
            <a:xfrm>
              <a:off x="2394530" y="273031"/>
              <a:ext cx="9687600" cy="4002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3" name="Google Shape;143;g3d048d6e377_0_4"/>
          <p:cNvSpPr txBox="1"/>
          <p:nvPr/>
        </p:nvSpPr>
        <p:spPr>
          <a:xfrm>
            <a:off x="936900" y="1185288"/>
            <a:ext cx="9745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Prompts Used </a:t>
            </a: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1"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g3d048d6e377_0_4"/>
          <p:cNvSpPr txBox="1"/>
          <p:nvPr/>
        </p:nvSpPr>
        <p:spPr>
          <a:xfrm>
            <a:off x="936900" y="2164725"/>
            <a:ext cx="77886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Create a React car booking page with form and API integration”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“Fix 401 unauthorized JWT error in MERN app”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“Improve UI for car cards with premium styling”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“Create Admin dashboard with CRUD operations”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“Filter available drivers in booking system”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atsApp Image 2024-08-23 at 15.43.17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6"/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</p:grpSpPr>
        <p:sp>
          <p:nvSpPr>
            <p:cNvPr id="151" name="Google Shape;151;p6"/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6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53" name="Google Shape;153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04778"/>
            <a:ext cx="9753600" cy="532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atsApp Image 2024-08-23 at 15.43.17" id="158" name="Google Shape;15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" name="Google Shape;159;p7"/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</p:grpSpPr>
        <p:sp>
          <p:nvSpPr>
            <p:cNvPr id="160" name="Google Shape;160;p7"/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7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2" name="Google Shape;162;p7" title="Screenshot 2026-04-02 13442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04778"/>
            <a:ext cx="10926574" cy="5700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atsApp Image 2024-08-23 at 15.43.17" id="167" name="Google Shape;167;g3d419eded25_0_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8" name="Google Shape;168;g3d419eded25_0_71"/>
          <p:cNvGrpSpPr/>
          <p:nvPr/>
        </p:nvGrpSpPr>
        <p:grpSpPr>
          <a:xfrm>
            <a:off x="2336800" y="134364"/>
            <a:ext cx="9745330" cy="538867"/>
            <a:chOff x="2336800" y="134364"/>
            <a:chExt cx="9745330" cy="538867"/>
          </a:xfrm>
        </p:grpSpPr>
        <p:sp>
          <p:nvSpPr>
            <p:cNvPr id="169" name="Google Shape;169;g3d419eded25_0_71"/>
            <p:cNvSpPr txBox="1"/>
            <p:nvPr/>
          </p:nvSpPr>
          <p:spPr>
            <a:xfrm>
              <a:off x="2336800" y="134364"/>
              <a:ext cx="9745200" cy="4617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g3d419eded25_0_71"/>
            <p:cNvSpPr txBox="1"/>
            <p:nvPr/>
          </p:nvSpPr>
          <p:spPr>
            <a:xfrm>
              <a:off x="2394530" y="273031"/>
              <a:ext cx="9687600" cy="4002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1" name="Google Shape;171;g3d419eded25_0_71" title="Screenshot 2026-04-02 13444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04778"/>
            <a:ext cx="10856500" cy="5700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atsApp Image 2024-08-23 at 15.43.17" id="176" name="Google Shape;176;g3d419eded25_0_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7" name="Google Shape;177;g3d419eded25_0_63"/>
          <p:cNvGrpSpPr/>
          <p:nvPr/>
        </p:nvGrpSpPr>
        <p:grpSpPr>
          <a:xfrm>
            <a:off x="2336800" y="134364"/>
            <a:ext cx="9745330" cy="538867"/>
            <a:chOff x="2336800" y="134364"/>
            <a:chExt cx="9745330" cy="538867"/>
          </a:xfrm>
        </p:grpSpPr>
        <p:sp>
          <p:nvSpPr>
            <p:cNvPr id="178" name="Google Shape;178;g3d419eded25_0_63"/>
            <p:cNvSpPr txBox="1"/>
            <p:nvPr/>
          </p:nvSpPr>
          <p:spPr>
            <a:xfrm>
              <a:off x="2336800" y="134364"/>
              <a:ext cx="9745200" cy="4617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g3d419eded25_0_63"/>
            <p:cNvSpPr txBox="1"/>
            <p:nvPr/>
          </p:nvSpPr>
          <p:spPr>
            <a:xfrm>
              <a:off x="2394530" y="273031"/>
              <a:ext cx="9687600" cy="4002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80" name="Google Shape;180;g3d419eded25_0_63" title="Screenshot 2026-04-02 13452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04778"/>
            <a:ext cx="10862845" cy="5700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atsApp Image 2024-08-23 at 15.43.17" id="185" name="Google Shape;185;g3d419eded25_0_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" name="Google Shape;186;g3d419eded25_0_55"/>
          <p:cNvGrpSpPr/>
          <p:nvPr/>
        </p:nvGrpSpPr>
        <p:grpSpPr>
          <a:xfrm>
            <a:off x="2336800" y="134364"/>
            <a:ext cx="9745330" cy="538867"/>
            <a:chOff x="2336800" y="134364"/>
            <a:chExt cx="9745330" cy="538867"/>
          </a:xfrm>
        </p:grpSpPr>
        <p:sp>
          <p:nvSpPr>
            <p:cNvPr id="187" name="Google Shape;187;g3d419eded25_0_55"/>
            <p:cNvSpPr txBox="1"/>
            <p:nvPr/>
          </p:nvSpPr>
          <p:spPr>
            <a:xfrm>
              <a:off x="2336800" y="134364"/>
              <a:ext cx="9745200" cy="4617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g3d419eded25_0_55"/>
            <p:cNvSpPr txBox="1"/>
            <p:nvPr/>
          </p:nvSpPr>
          <p:spPr>
            <a:xfrm>
              <a:off x="2394530" y="273031"/>
              <a:ext cx="9687600" cy="4002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89" name="Google Shape;189;g3d419eded25_0_55" title="Screenshot 2026-04-02 1346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04778"/>
            <a:ext cx="10899831" cy="5700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atsApp Image 2024-08-23 at 15.43.17" id="194" name="Google Shape;194;g3d419eded25_0_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5" name="Google Shape;195;g3d419eded25_0_47"/>
          <p:cNvGrpSpPr/>
          <p:nvPr/>
        </p:nvGrpSpPr>
        <p:grpSpPr>
          <a:xfrm>
            <a:off x="2336800" y="134364"/>
            <a:ext cx="9745330" cy="538867"/>
            <a:chOff x="2336800" y="134364"/>
            <a:chExt cx="9745330" cy="538867"/>
          </a:xfrm>
        </p:grpSpPr>
        <p:sp>
          <p:nvSpPr>
            <p:cNvPr id="196" name="Google Shape;196;g3d419eded25_0_47"/>
            <p:cNvSpPr txBox="1"/>
            <p:nvPr/>
          </p:nvSpPr>
          <p:spPr>
            <a:xfrm>
              <a:off x="2336800" y="134364"/>
              <a:ext cx="9745200" cy="4617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g3d419eded25_0_47"/>
            <p:cNvSpPr txBox="1"/>
            <p:nvPr/>
          </p:nvSpPr>
          <p:spPr>
            <a:xfrm>
              <a:off x="2394530" y="273031"/>
              <a:ext cx="9687600" cy="4002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98" name="Google Shape;198;g3d419eded25_0_47" title="Screenshot 2026-04-02 13461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04778"/>
            <a:ext cx="10912000" cy="5700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atsApp Image 2024-08-23 at 15.43.17" id="203" name="Google Shape;203;g3d419eded25_0_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4" name="Google Shape;204;g3d419eded25_0_39"/>
          <p:cNvGrpSpPr/>
          <p:nvPr/>
        </p:nvGrpSpPr>
        <p:grpSpPr>
          <a:xfrm>
            <a:off x="2336800" y="134364"/>
            <a:ext cx="9745330" cy="538867"/>
            <a:chOff x="2336800" y="134364"/>
            <a:chExt cx="9745330" cy="538867"/>
          </a:xfrm>
        </p:grpSpPr>
        <p:sp>
          <p:nvSpPr>
            <p:cNvPr id="205" name="Google Shape;205;g3d419eded25_0_39"/>
            <p:cNvSpPr txBox="1"/>
            <p:nvPr/>
          </p:nvSpPr>
          <p:spPr>
            <a:xfrm>
              <a:off x="2336800" y="134364"/>
              <a:ext cx="9745200" cy="4617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g3d419eded25_0_39"/>
            <p:cNvSpPr txBox="1"/>
            <p:nvPr/>
          </p:nvSpPr>
          <p:spPr>
            <a:xfrm>
              <a:off x="2394530" y="273031"/>
              <a:ext cx="9687600" cy="4002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07" name="Google Shape;207;g3d419eded25_0_39" title="Screenshot 2026-04-02 1346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04778"/>
            <a:ext cx="10996538" cy="5700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g3d419eded25_0_27" title="Screenshot 2026-04-02 1346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0" cy="6220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atsApp Image 2024-08-23 at 15.43.17" id="218" name="Google Shape;21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" name="Google Shape;219;p8"/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</p:grpSpPr>
        <p:sp>
          <p:nvSpPr>
            <p:cNvPr id="220" name="Google Shape;220;p8"/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8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22" name="Google Shape;222;p8" title="Screenshot 2026-04-02 1350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817400"/>
            <a:ext cx="11594227" cy="4888199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8"/>
          <p:cNvSpPr txBox="1"/>
          <p:nvPr/>
        </p:nvSpPr>
        <p:spPr>
          <a:xfrm>
            <a:off x="747225" y="1190500"/>
            <a:ext cx="5642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Proof Of AI Prompts :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atsApp Image 2024-08-23 at 15.43.17" id="228" name="Google Shape;22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727" y="147105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9" name="Google Shape;229;p11"/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</p:grpSpPr>
        <p:sp>
          <p:nvSpPr>
            <p:cNvPr id="230" name="Google Shape;230;p11"/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1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32" name="Google Shape;232;p11" title="Screenshot 2026-04-02 13510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76950"/>
            <a:ext cx="11841175" cy="57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atsApp Image 2024-08-23 at 15.43.17" id="237" name="Google Shape;23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283" y="13436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8" name="Google Shape;238;p12"/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</p:grpSpPr>
        <p:sp>
          <p:nvSpPr>
            <p:cNvPr id="239" name="Google Shape;239;p12"/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2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1" name="Google Shape;241;p12" title="Screenshot 2026-04-02 13511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64200"/>
            <a:ext cx="11841177" cy="574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atsApp Image 2024-08-23 at 15.43.17" id="246" name="Google Shape;246;g3d419eded25_0_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283" y="13436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g3d419eded25_0_90"/>
          <p:cNvGrpSpPr/>
          <p:nvPr/>
        </p:nvGrpSpPr>
        <p:grpSpPr>
          <a:xfrm>
            <a:off x="2336800" y="134364"/>
            <a:ext cx="9745330" cy="538867"/>
            <a:chOff x="2336800" y="134364"/>
            <a:chExt cx="9745330" cy="538867"/>
          </a:xfrm>
        </p:grpSpPr>
        <p:sp>
          <p:nvSpPr>
            <p:cNvPr id="248" name="Google Shape;248;g3d419eded25_0_90"/>
            <p:cNvSpPr txBox="1"/>
            <p:nvPr/>
          </p:nvSpPr>
          <p:spPr>
            <a:xfrm>
              <a:off x="2336800" y="134364"/>
              <a:ext cx="9745200" cy="4617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g3d419eded25_0_90"/>
            <p:cNvSpPr txBox="1"/>
            <p:nvPr/>
          </p:nvSpPr>
          <p:spPr>
            <a:xfrm>
              <a:off x="2394530" y="273031"/>
              <a:ext cx="9687600" cy="4002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0" name="Google Shape;250;g3d419eded25_0_90"/>
          <p:cNvSpPr txBox="1"/>
          <p:nvPr/>
        </p:nvSpPr>
        <p:spPr>
          <a:xfrm>
            <a:off x="1165175" y="1399450"/>
            <a:ext cx="47874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d419eded25_0_90"/>
          <p:cNvSpPr txBox="1"/>
          <p:nvPr/>
        </p:nvSpPr>
        <p:spPr>
          <a:xfrm>
            <a:off x="1488125" y="2406325"/>
            <a:ext cx="7408800" cy="38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 Documentation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MongoDB Docs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Node.js Docs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Express.js Docs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ChatGPT (OpenAI)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 Overflow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atsApp Image 2024-08-23 at 15.43.17" id="256" name="Google Shape;256;g3d419eded25_0_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283" y="13436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7" name="Google Shape;257;g3d419eded25_0_106"/>
          <p:cNvGrpSpPr/>
          <p:nvPr/>
        </p:nvGrpSpPr>
        <p:grpSpPr>
          <a:xfrm>
            <a:off x="2336800" y="134364"/>
            <a:ext cx="9745330" cy="538867"/>
            <a:chOff x="2336800" y="134364"/>
            <a:chExt cx="9745330" cy="538867"/>
          </a:xfrm>
        </p:grpSpPr>
        <p:sp>
          <p:nvSpPr>
            <p:cNvPr id="258" name="Google Shape;258;g3d419eded25_0_106"/>
            <p:cNvSpPr txBox="1"/>
            <p:nvPr/>
          </p:nvSpPr>
          <p:spPr>
            <a:xfrm>
              <a:off x="2336800" y="134364"/>
              <a:ext cx="9745200" cy="4617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g3d419eded25_0_106"/>
            <p:cNvSpPr txBox="1"/>
            <p:nvPr/>
          </p:nvSpPr>
          <p:spPr>
            <a:xfrm>
              <a:off x="2394530" y="273031"/>
              <a:ext cx="9687600" cy="4002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Google Shape;260;g3d419eded25_0_106"/>
          <p:cNvSpPr txBox="1"/>
          <p:nvPr/>
        </p:nvSpPr>
        <p:spPr>
          <a:xfrm>
            <a:off x="1165175" y="1399450"/>
            <a:ext cx="47874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 Link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d419eded25_0_106"/>
          <p:cNvSpPr txBox="1"/>
          <p:nvPr/>
        </p:nvSpPr>
        <p:spPr>
          <a:xfrm>
            <a:off x="1488125" y="2406325"/>
            <a:ext cx="8814600" cy="9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https://github.com/saisiridasari/Car-Rental-System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atsApp Image 2024-08-23 at 15.43.17" id="266" name="Google Shape;266;g3d419eded25_0_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283" y="13436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7" name="Google Shape;267;g3d419eded25_0_116"/>
          <p:cNvGrpSpPr/>
          <p:nvPr/>
        </p:nvGrpSpPr>
        <p:grpSpPr>
          <a:xfrm>
            <a:off x="2336800" y="134364"/>
            <a:ext cx="9745330" cy="538867"/>
            <a:chOff x="2336800" y="134364"/>
            <a:chExt cx="9745330" cy="538867"/>
          </a:xfrm>
        </p:grpSpPr>
        <p:sp>
          <p:nvSpPr>
            <p:cNvPr id="268" name="Google Shape;268;g3d419eded25_0_116"/>
            <p:cNvSpPr txBox="1"/>
            <p:nvPr/>
          </p:nvSpPr>
          <p:spPr>
            <a:xfrm>
              <a:off x="2336800" y="134364"/>
              <a:ext cx="9745200" cy="4617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g3d419eded25_0_116"/>
            <p:cNvSpPr txBox="1"/>
            <p:nvPr/>
          </p:nvSpPr>
          <p:spPr>
            <a:xfrm>
              <a:off x="2394530" y="273031"/>
              <a:ext cx="9687600" cy="4002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0" name="Google Shape;270;g3d419eded25_0_116"/>
          <p:cNvSpPr txBox="1"/>
          <p:nvPr/>
        </p:nvSpPr>
        <p:spPr>
          <a:xfrm>
            <a:off x="4969325" y="3358225"/>
            <a:ext cx="3330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2025-09-22T15:07:08Z</dcterms:created>
  <dc:creator>Nagasri reddy Korukanti</dc:creator>
</cp:coreProperties>
</file>